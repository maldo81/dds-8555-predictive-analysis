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DDS-8555 Signature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Forecasting, regression, and crime classification required different model families.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Store Sales: ETS and ARIMA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House Prices: ridge and gradient boosting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SF Crime: decision tree, random forest, linear 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Assignment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The work was organized around the prediction problem rather than one universal modeling recipe.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Time series preserved temporal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Regression used transformations and shrinkage.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Classification used probability-producing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Store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ETS produced the stronger forecast than ARIMA.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Holdout sMAPE: ETS 0.0704 vs ARIMA 0.0751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Public score: ETS 0.62223 vs ARIMA 0.64770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Residual bursts suggest holiday and promotion effects remain.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House Prices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Gradient boosting won on Kaggle, while ridge stayed useful as the interpretable benchmark.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Ridge public score: 0.13303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Gradient boosting public score: 0.12930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Feature work included indicators, interactions, transformations, polynomial terms, subsets, and SVD.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SF Crime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Random forest was the strongest submitted classifier.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Decision tree log loss: 6.06082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Random forest log loss: 2.48088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Linear SVM log loss: 3.48916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Assumption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The diagnostics changed by model family because the risks changed by task.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Forecasting: time order, holdout behavior, residual 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Regression: target skew, missingness, subset sensitivity, dimension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Classification: class imbalance, macro F1, probability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Submission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All required Kaggle submissions completed.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2 Store Sales forecasts: ETS and ARIMA.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2 House Prices regressions: ridge and gradient boosting.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3 SF Crime classifiers: decision tree, random forest, linear SVM.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Main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Flexible models helped when the data structure justified the added complexity.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Random forest beat the single tree in crime classification.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Gradient boosting beat ridge in House Prices.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ETS beat ARIMA in Store Sales for this submission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The results are useful first-pass models, not final production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SF Crime class imbalance affects probability quality.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Store allocation depends on recent share assumptions.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House Prices could benefit from more feature-specific diagnostics.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6553D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3272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6F7A"/>
                </a:solidFill>
              </a:defRPr>
            </a:pPr>
            <a:r>
              <a:t>The next pass should tune models around each competition metric.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877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5146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Store: richer seasonal and holiday models.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021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34290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House: stacked regularized and boosting models.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16552"/>
            <a:ext cx="109728" cy="109728"/>
          </a:xfrm>
          <a:prstGeom prst="rect">
            <a:avLst/>
          </a:prstGeom>
          <a:solidFill>
            <a:srgbClr val="A6553D"/>
          </a:solidFill>
          <a:ln>
            <a:solidFill>
              <a:srgbClr val="A6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434340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3272F"/>
                </a:solidFill>
              </a:defRPr>
            </a:pPr>
            <a:r>
              <a:t>SF Crime: calibrated ensembles with stronger spatial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464"/>
                </a:solidFill>
              </a:defRPr>
            </a:pPr>
            <a:r>
              <a:t>Juan Maldonado Franco | DDS-8555 Predictive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